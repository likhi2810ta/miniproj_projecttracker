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PRESENTATION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COLLEGE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TRACKER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Project Management for Academic Institutions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3200400" cy="27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547872"/>
            <a:ext cx="1554480" cy="256032"/>
          </a:xfrm>
          <a:prstGeom prst="rect">
            <a:avLst/>
          </a:prstGeom>
          <a:solidFill>
            <a:srgbClr val="1C2D3E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5478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21408" y="3547872"/>
            <a:ext cx="1554480" cy="256032"/>
          </a:xfrm>
          <a:prstGeom prst="rect">
            <a:avLst/>
          </a:prstGeom>
          <a:solidFill>
            <a:srgbClr val="1C2D3E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21408" y="35478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85616" y="3547872"/>
            <a:ext cx="1554480" cy="256032"/>
          </a:xfrm>
          <a:prstGeom prst="rect">
            <a:avLst/>
          </a:prstGeom>
          <a:solidFill>
            <a:srgbClr val="1C2D3E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85616" y="35478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49824" y="3547872"/>
            <a:ext cx="1554480" cy="256032"/>
          </a:xfrm>
          <a:prstGeom prst="rect">
            <a:avLst/>
          </a:prstGeom>
          <a:solidFill>
            <a:srgbClr val="1C2D3E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9824" y="35478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14032" y="3547872"/>
            <a:ext cx="1554480" cy="256032"/>
          </a:xfrm>
          <a:prstGeom prst="rect">
            <a:avLst/>
          </a:prstGeom>
          <a:solidFill>
            <a:srgbClr val="1C2D3E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14032" y="35478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 &amp; Engineering  |  DSCE, Bengaluru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229600" cy="22860"/>
          </a:xfrm>
          <a:prstGeom prst="rect">
            <a:avLst/>
          </a:prstGeom>
          <a:solidFill>
            <a:srgbClr val="24365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88720"/>
            <a:ext cx="4160520" cy="1600200"/>
          </a:xfrm>
          <a:prstGeom prst="rect">
            <a:avLst/>
          </a:prstGeom>
          <a:solidFill>
            <a:srgbClr val="16203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88720"/>
            <a:ext cx="64008" cy="1600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25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 Manual Tracking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7373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100s of projects tracked in spreadsheets — error-prone, slow, and hard to share across departments.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188720"/>
            <a:ext cx="4160520" cy="1600200"/>
          </a:xfrm>
          <a:prstGeom prst="rect">
            <a:avLst/>
          </a:prstGeom>
          <a:solidFill>
            <a:srgbClr val="16203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188720"/>
            <a:ext cx="64008" cy="1600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325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🔍  No Central System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7373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lecturer maintains separate records. No single source of truth for batches, semesters, or courses.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017520"/>
            <a:ext cx="4160520" cy="1600200"/>
          </a:xfrm>
          <a:prstGeom prst="rect">
            <a:avLst/>
          </a:prstGeom>
          <a:solidFill>
            <a:srgbClr val="16203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3017520"/>
            <a:ext cx="64008" cy="1600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154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🤖  Zero AI Assistance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35661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intelligent search, no automated summaries, no improvement suggestions for student projects.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3017520"/>
            <a:ext cx="4160520" cy="1600200"/>
          </a:xfrm>
          <a:prstGeom prst="rect">
            <a:avLst/>
          </a:prstGeom>
          <a:solidFill>
            <a:srgbClr val="16203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3017520"/>
            <a:ext cx="64008" cy="1600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3154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🔐  No Access Control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35661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lecturers, and coordinators have no differentiated access — everything is open or locked.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4800600"/>
            <a:ext cx="1645920" cy="21945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8006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1 — Problem Statement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PROPOSED SOLUTION &amp; OBJECTIVES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229600" cy="22860"/>
          </a:xfrm>
          <a:prstGeom prst="rect">
            <a:avLst/>
          </a:prstGeom>
          <a:solidFill>
            <a:srgbClr val="24365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43000"/>
            <a:ext cx="8321040" cy="594360"/>
          </a:xfrm>
          <a:prstGeom prst="rect">
            <a:avLst/>
          </a:prstGeom>
          <a:solidFill>
            <a:srgbClr val="1C2D3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430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centralised full-stack web &amp; mobile platform for colleges to manage student projects across batches, semesters, and courses — with role-based access and AI-powered insights.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874520"/>
            <a:ext cx="457200" cy="548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74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9110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Hierarchy — 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77440" y="1911096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→ Semester → Course → Project → Students for full academic traceability.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148840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→ Semester → Course → Project → Students for full academic traceability.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596896"/>
            <a:ext cx="457200" cy="548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9689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6334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— 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77440" y="2633472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Coordinator, Lecturer, and Student roles with OTP email verification and admin approval.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87121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Coordinator, Lecturer, and Student roles with OTP email verification and admin approval.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319272"/>
            <a:ext cx="457200" cy="548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31927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3558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 Entry — 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377440" y="335584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XLSX team sheets to auto-populate project metadata and student records in one step.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359359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XLSX team sheets to auto-populate project metadata and student records in one step.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4041648"/>
            <a:ext cx="457200" cy="548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04164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40782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Features — 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377440" y="407822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project search, README explanations, and improvement suggestions via Groq LLM.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431596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project search, README explanations, and improvement suggestions via Groq LLM.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4800600"/>
            <a:ext cx="1645920" cy="21945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8006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1 — Solution &amp; Objectives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229600" cy="22860"/>
          </a:xfrm>
          <a:prstGeom prst="rect">
            <a:avLst/>
          </a:prstGeom>
          <a:solidFill>
            <a:srgbClr val="24365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2651760" cy="3200400"/>
          </a:xfrm>
          <a:prstGeom prst="rect">
            <a:avLst/>
          </a:prstGeom>
          <a:solidFill>
            <a:srgbClr val="1C2D3E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34440"/>
            <a:ext cx="265176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PRESENTATION TIER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(React + Vite)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(React Native + Expo)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2606040"/>
            <a:ext cx="73152" cy="182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24688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⟷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46120" y="1234440"/>
            <a:ext cx="2651760" cy="3200400"/>
          </a:xfrm>
          <a:prstGeom prst="rect">
            <a:avLst/>
          </a:prstGeom>
          <a:solidFill>
            <a:srgbClr val="16203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234440"/>
            <a:ext cx="265176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371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APPLICATION TIER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19202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+ REST 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 Integration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89320" y="2606040"/>
            <a:ext cx="73152" cy="182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24688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⟷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080760" y="1234440"/>
            <a:ext cx="2651760" cy="3200400"/>
          </a:xfrm>
          <a:prstGeom prst="rect">
            <a:avLst/>
          </a:prstGeom>
          <a:solidFill>
            <a:srgbClr val="1C2D3E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0760" y="1234440"/>
            <a:ext cx="265176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1371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TIER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72200" y="19202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4572000"/>
            <a:ext cx="2651760" cy="347472"/>
          </a:xfrm>
          <a:prstGeom prst="rect">
            <a:avLst/>
          </a:prstGeom>
          <a:solidFill>
            <a:srgbClr val="16203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45720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Gmail SMTP (OTP Email)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4800600"/>
            <a:ext cx="1645920" cy="219456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8006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2 — Architecture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229600" cy="22860"/>
          </a:xfrm>
          <a:prstGeom prst="rect">
            <a:avLst/>
          </a:prstGeom>
          <a:solidFill>
            <a:srgbClr val="24365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2697480" cy="1664208"/>
          </a:xfrm>
          <a:prstGeom prst="rect">
            <a:avLst/>
          </a:prstGeom>
          <a:solidFill>
            <a:srgbClr val="16203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Authentication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email verification, Supabase JWT, admin approval workflow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64408" y="1234440"/>
            <a:ext cx="2697480" cy="1664208"/>
          </a:xfrm>
          <a:prstGeom prst="rect">
            <a:avLst/>
          </a:prstGeom>
          <a:solidFill>
            <a:srgbClr val="16203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13716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Batch Management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01568" y="178308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batches, semesters, courses — full academic hierarchy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17336" y="1234440"/>
            <a:ext cx="2697480" cy="1664208"/>
          </a:xfrm>
          <a:prstGeom prst="rect">
            <a:avLst/>
          </a:prstGeom>
          <a:solidFill>
            <a:srgbClr val="16203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13716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Project Management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54496" y="178308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for projects, team members, GitHub links, guide assignment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108960"/>
            <a:ext cx="2697480" cy="1664208"/>
          </a:xfrm>
          <a:prstGeom prst="rect">
            <a:avLst/>
          </a:prstGeom>
          <a:solidFill>
            <a:srgbClr val="16203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4612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XLSX Upload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65760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team sheets, auto-fill project fields &amp; student records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64408" y="3108960"/>
            <a:ext cx="2697480" cy="1664208"/>
          </a:xfrm>
          <a:prstGeom prst="rect">
            <a:avLst/>
          </a:prstGeom>
          <a:solidFill>
            <a:srgbClr val="16203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01568" y="324612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Chatbot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01568" y="365760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filter, README explain, improvement suggestions (Groq LLM)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17336" y="3108960"/>
            <a:ext cx="2697480" cy="1664208"/>
          </a:xfrm>
          <a:prstGeom prst="rect">
            <a:avLst/>
          </a:prstGeom>
          <a:solidFill>
            <a:srgbClr val="16203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54496" y="324612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Role Management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54496" y="365760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Lecturer, Coordinator, Student — fine-grained access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4800600"/>
            <a:ext cx="1645920" cy="219456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8006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2 — Modules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SCHEMA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229600" cy="22860"/>
          </a:xfrm>
          <a:prstGeom prst="rect">
            <a:avLst/>
          </a:prstGeom>
          <a:solidFill>
            <a:srgbClr val="24365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192024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BATCH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1920240" cy="969264"/>
          </a:xfrm>
          <a:prstGeom prst="rect">
            <a:avLst/>
          </a:prstGeom>
          <a:solidFill>
            <a:srgbClr val="16203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64208"/>
            <a:ext cx="1737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batch_id (PK)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batch_name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77440" y="1280160"/>
            <a:ext cx="192024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1280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SEMESTER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77440" y="1627632"/>
            <a:ext cx="1920240" cy="969264"/>
          </a:xfrm>
          <a:prstGeom prst="rect">
            <a:avLst/>
          </a:prstGeom>
          <a:solidFill>
            <a:srgbClr val="16203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664208"/>
            <a:ext cx="1737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semester_id (PK)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batch_id (FK)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sem_number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97680" y="1280160"/>
            <a:ext cx="192024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1280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COURSE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1627632"/>
            <a:ext cx="1920240" cy="1261872"/>
          </a:xfrm>
          <a:prstGeom prst="rect">
            <a:avLst/>
          </a:prstGeom>
          <a:solidFill>
            <a:srgbClr val="16203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1664208"/>
            <a:ext cx="1737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course_id (PK)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semester_id (FK)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course_name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course_code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7920" y="1280160"/>
            <a:ext cx="192024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280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627632"/>
            <a:ext cx="1920240" cy="1554480"/>
          </a:xfrm>
          <a:prstGeom prst="rect">
            <a:avLst/>
          </a:prstGeom>
          <a:solidFill>
            <a:srgbClr val="16203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664208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project_id (PK)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course_id (FK)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17920" y="3200400"/>
            <a:ext cx="192024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32004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3547872"/>
            <a:ext cx="1920240" cy="1261872"/>
          </a:xfrm>
          <a:prstGeom prst="rect">
            <a:avLst/>
          </a:prstGeom>
          <a:solidFill>
            <a:srgbClr val="16203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584448"/>
            <a:ext cx="1737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(PK)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project_id (FK)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200400"/>
            <a:ext cx="192024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2004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PROFILES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547872"/>
            <a:ext cx="1920240" cy="1261872"/>
          </a:xfrm>
          <a:prstGeom prst="rect">
            <a:avLst/>
          </a:prstGeom>
          <a:solidFill>
            <a:srgbClr val="16203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584448"/>
            <a:ext cx="1737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(FK→auth.users)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011680" y="1828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011680" y="21031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931920" y="1828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31920" y="21031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852160" y="1828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852160" y="21031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11480" y="4800600"/>
            <a:ext cx="1645920" cy="219456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8006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2 — DB Schema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229600" cy="22860"/>
          </a:xfrm>
          <a:prstGeom prst="rect">
            <a:avLst/>
          </a:prstGeom>
          <a:solidFill>
            <a:srgbClr val="24365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2697480" cy="1664208"/>
          </a:xfrm>
          <a:prstGeom prst="rect">
            <a:avLst/>
          </a:prstGeom>
          <a:solidFill>
            <a:srgbClr val="1C4E6B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34440"/>
            <a:ext cx="26974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441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 (Web)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664208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React 18 + Vite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1929384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React Router v6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194560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CSS Variables (Brutalist UI)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459736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Axios / Fetch API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64408" y="1234440"/>
            <a:ext cx="2697480" cy="1664208"/>
          </a:xfrm>
          <a:prstGeom prst="rect">
            <a:avLst/>
          </a:prstGeom>
          <a:solidFill>
            <a:srgbClr val="1C4E6B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1234440"/>
            <a:ext cx="26974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3441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 (Mobile)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55848" y="1664208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React Native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55848" y="1929384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Expo SDK 54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55848" y="2194560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React Navigation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55848" y="2459736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AsyncStorage (JWT)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17336" y="1234440"/>
            <a:ext cx="2697480" cy="1664208"/>
          </a:xfrm>
          <a:prstGeom prst="rect">
            <a:avLst/>
          </a:prstGeom>
          <a:solidFill>
            <a:srgbClr val="2E5C3E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17336" y="1234440"/>
            <a:ext cx="26974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08776" y="13441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08776" y="1664208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FastAPI (Python)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08776" y="1929384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PyJWT + Supabase Auth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08776" y="2194560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openpyxl (XLSX)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08776" y="2459736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python-dotenv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3108960"/>
            <a:ext cx="2697480" cy="1664208"/>
          </a:xfrm>
          <a:prstGeom prst="rect">
            <a:avLst/>
          </a:prstGeom>
          <a:solidFill>
            <a:srgbClr val="4A2E6B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3108960"/>
            <a:ext cx="26974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2186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3538728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Supabase (PostgreSQL)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2920" y="3803904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PostgREST API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2920" y="4069080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Row Level Security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2920" y="4334256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supabase-py v2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64408" y="3108960"/>
            <a:ext cx="2697480" cy="1664208"/>
          </a:xfrm>
          <a:prstGeom prst="rect">
            <a:avLst/>
          </a:prstGeom>
          <a:solidFill>
            <a:srgbClr val="6B4A1C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64408" y="3108960"/>
            <a:ext cx="26974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55848" y="32186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/ Chatbot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55848" y="3538728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Groq Cloud API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355848" y="3803904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llama-3.1-8b-instant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355848" y="4069080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JSON-mode responses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355848" y="4334256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GitHub REST API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17336" y="3108960"/>
            <a:ext cx="2697480" cy="1664208"/>
          </a:xfrm>
          <a:prstGeom prst="rect">
            <a:avLst/>
          </a:prstGeom>
          <a:solidFill>
            <a:srgbClr val="6B1C1C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17336" y="3108960"/>
            <a:ext cx="26974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08776" y="32186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Auth / Infra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08776" y="3538728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SMTP (Gmail App PW)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208776" y="3803904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OTP email verification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08776" y="4069080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Admin approval flow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208776" y="4334256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JWT (HS256)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11480" y="4800600"/>
            <a:ext cx="1645920" cy="219456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48006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3 — Tech Stack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ALGORITHMS &amp; FLOWS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229600" cy="22860"/>
          </a:xfrm>
          <a:prstGeom prst="rect">
            <a:avLst/>
          </a:prstGeom>
          <a:solidFill>
            <a:srgbClr val="24365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88720"/>
            <a:ext cx="4160520" cy="1737360"/>
          </a:xfrm>
          <a:prstGeom prst="rect">
            <a:avLst/>
          </a:prstGeom>
          <a:solidFill>
            <a:srgbClr val="16203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88720"/>
            <a:ext cx="64008" cy="1737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OTP Verification Flow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59105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enters email + password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84708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Backend generates 6-digit OTP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10312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OTP emailed via SMTP (5-min TTL)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35915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User enters OTP → Supabase user created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61518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Profile set to 'pending' → Admin approves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00600" y="1188720"/>
            <a:ext cx="4160520" cy="1737360"/>
          </a:xfrm>
          <a:prstGeom prst="rect">
            <a:avLst/>
          </a:prstGeom>
          <a:solidFill>
            <a:srgbClr val="16203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188720"/>
            <a:ext cx="64008" cy="1737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Natural Language Filter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159105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types free-text query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83480" y="184708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LLM converts to JSON filter spec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83480" y="210312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PostgREST query with server-side filters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83480" y="235915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Post-filter nested fields (batch, sem)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83480" y="261518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Return matching project list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3108960"/>
            <a:ext cx="4160520" cy="1737360"/>
          </a:xfrm>
          <a:prstGeom prst="rect">
            <a:avLst/>
          </a:prstGeom>
          <a:solidFill>
            <a:srgbClr val="16203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3108960"/>
            <a:ext cx="64008" cy="1737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200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XLSX Parsing Pipeline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351129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Validate header row (exact column order)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4360" y="376732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Read first non-empty data row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4360" y="402336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Map cells → project fields &amp; students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4360" y="427939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Delete old team → insert new students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94360" y="453542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Return summary: inserted / skipped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0600" y="3108960"/>
            <a:ext cx="4160520" cy="1737360"/>
          </a:xfrm>
          <a:prstGeom prst="rect">
            <a:avLst/>
          </a:prstGeom>
          <a:solidFill>
            <a:srgbClr val="16203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3108960"/>
            <a:ext cx="64008" cy="1737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3200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Role-Based Access Control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83480" y="351129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JWT decoded → user sub extracted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83480" y="376732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Query profiles table → get role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83480" y="402336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Admin: all endpoints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83480" y="427939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Coordinator: assigned courses only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983480" y="453542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Student: read-only, chatbot only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11480" y="4800600"/>
            <a:ext cx="1645920" cy="219456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8006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3 — Algorithms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DEVELOPMENT METHODOLOGY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229600" cy="22860"/>
          </a:xfrm>
          <a:prstGeom prst="rect">
            <a:avLst/>
          </a:prstGeom>
          <a:solidFill>
            <a:srgbClr val="24365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50292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3444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1828800"/>
            <a:ext cx="82296" cy="137160"/>
          </a:xfrm>
          <a:prstGeom prst="rect">
            <a:avLst/>
          </a:prstGeom>
          <a:solidFill>
            <a:srgbClr val="24365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2527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Requirements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128930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stakeholders (Admin, Lecturer, Student), defined use cases, chose technology stack.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1965960"/>
            <a:ext cx="50292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659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" y="2560320"/>
            <a:ext cx="82296" cy="137160"/>
          </a:xfrm>
          <a:prstGeom prst="rect">
            <a:avLst/>
          </a:prstGeom>
          <a:solidFill>
            <a:srgbClr val="24365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98424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202082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normalised PostgreSQL schema with Supabase. Defined RLS policies and relationships.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2697480"/>
            <a:ext cx="50292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6974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792" y="3291840"/>
            <a:ext cx="82296" cy="137160"/>
          </a:xfrm>
          <a:prstGeom prst="rect">
            <a:avLst/>
          </a:prstGeom>
          <a:solidFill>
            <a:srgbClr val="24365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27157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275234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FastAPI REST APIs, JWT auth, XLSX parser, Groq integration, SMTP OTP system.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3429000"/>
            <a:ext cx="50292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4290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792" y="4023360"/>
            <a:ext cx="82296" cy="137160"/>
          </a:xfrm>
          <a:prstGeom prst="rect">
            <a:avLst/>
          </a:prstGeom>
          <a:solidFill>
            <a:srgbClr val="24365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344728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0" y="348386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React/Vite web app + React Native mobile. Shared API layer, brutalist design system.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1480" y="4160520"/>
            <a:ext cx="50292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16052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51560" y="417880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Testing &amp;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0" y="421538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 of auth flows, upload pipeline, role guards, and AI chatbot responses.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11480" y="4800600"/>
            <a:ext cx="1645920" cy="219456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8006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3 — Methodology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FEATURES — LIVE DEMO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229600" cy="22860"/>
          </a:xfrm>
          <a:prstGeom prst="rect">
            <a:avLst/>
          </a:prstGeom>
          <a:solidFill>
            <a:srgbClr val="24365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88720"/>
            <a:ext cx="4160520" cy="1664208"/>
          </a:xfrm>
          <a:prstGeom prst="rect">
            <a:avLst/>
          </a:prstGeom>
          <a:solidFill>
            <a:srgbClr val="16203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88720"/>
            <a:ext cx="416052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25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🔐  Login &amp; Registration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 Staff tabs. OTP email verification. Admin approves accounts before access is granted.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188720"/>
            <a:ext cx="4160520" cy="1664208"/>
          </a:xfrm>
          <a:prstGeom prst="rect">
            <a:avLst/>
          </a:prstGeom>
          <a:solidFill>
            <a:srgbClr val="16203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188720"/>
            <a:ext cx="416052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325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📁  Batch → Project Hierarchy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73736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Batch → Semester → Course → Projects. Create and manage each level.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063240"/>
            <a:ext cx="4160520" cy="1664208"/>
          </a:xfrm>
          <a:prstGeom prst="rect">
            <a:avLst/>
          </a:prstGeom>
          <a:solidFill>
            <a:srgbClr val="16203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3063240"/>
            <a:ext cx="416052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00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XLSX Team Upload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team sheet → auto-fills project title, GitHub, guide, and up to 4 student records instantly.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3063240"/>
            <a:ext cx="4160520" cy="1664208"/>
          </a:xfrm>
          <a:prstGeom prst="rect">
            <a:avLst/>
          </a:prstGeom>
          <a:solidFill>
            <a:srgbClr val="16203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3063240"/>
            <a:ext cx="416052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200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 Admin Panel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361188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pending approvals, approve / reject users, assign lecturers as course coordinators.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4800600"/>
            <a:ext cx="1645920" cy="21945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8006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4 — Demo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AI-POWERED FEATURES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229600" cy="22860"/>
          </a:xfrm>
          <a:prstGeom prst="rect">
            <a:avLst/>
          </a:prstGeom>
          <a:solidFill>
            <a:srgbClr val="24365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274320"/>
            <a:ext cx="1828800" cy="320040"/>
          </a:xfrm>
          <a:prstGeom prst="rect">
            <a:avLst/>
          </a:prstGeom>
          <a:solidFill>
            <a:srgbClr val="1C2D3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0" y="274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Powered by Groq  |  llama-3.1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1234440"/>
            <a:ext cx="8321040" cy="1097280"/>
          </a:xfrm>
          <a:prstGeom prst="rect">
            <a:avLst/>
          </a:prstGeom>
          <a:solidFill>
            <a:srgbClr val="16203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234440"/>
            <a:ext cx="64008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1325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Natural Language Project Filter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167335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'Show Python projects from batch 2024-2028 in Sem 5'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converts to structured JSON → PostgREST query → results shown as cards.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1554480"/>
            <a:ext cx="2331720" cy="365760"/>
          </a:xfrm>
          <a:prstGeom prst="rect">
            <a:avLst/>
          </a:prstGeom>
          <a:solidFill>
            <a:srgbClr val="1C2D3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554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→ JSON filter → DB → Results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2496312"/>
            <a:ext cx="8321040" cy="1097280"/>
          </a:xfrm>
          <a:prstGeom prst="rect">
            <a:avLst/>
          </a:prstGeom>
          <a:solidFill>
            <a:srgbClr val="16203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496312"/>
            <a:ext cx="64008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587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25877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README Explanation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2935224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'Explain Project' on any project with a GitHub link.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reads the README and returns a 3-4 sentence plain-English summary.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9360" y="2816352"/>
            <a:ext cx="2331720" cy="365760"/>
          </a:xfrm>
          <a:prstGeom prst="rect">
            <a:avLst/>
          </a:prstGeom>
          <a:solidFill>
            <a:srgbClr val="1C2D3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281635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URL → README fetch → LLM → Summary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11480" y="3758184"/>
            <a:ext cx="8321040" cy="1097280"/>
          </a:xfrm>
          <a:prstGeom prst="rect">
            <a:avLst/>
          </a:prstGeom>
          <a:solidFill>
            <a:srgbClr val="16203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3758184"/>
            <a:ext cx="64008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849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97280" y="384962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Improvement Suggestions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7280" y="4197096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'Suggest Improvements'.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searches GitHub for similar repos, reads their READMEs, and provides 4-6 actionable improvements.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9360" y="4078224"/>
            <a:ext cx="2331720" cy="365760"/>
          </a:xfrm>
          <a:prstGeom prst="rect">
            <a:avLst/>
          </a:prstGeom>
          <a:solidFill>
            <a:srgbClr val="1C2D3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407822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→ GitHub search → LLM → Bullets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1480" y="4800600"/>
            <a:ext cx="1645920" cy="21945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8006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4 — AI Features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8321040" cy="685800"/>
          </a:xfrm>
          <a:prstGeom prst="rect">
            <a:avLst/>
          </a:prstGeom>
          <a:solidFill>
            <a:srgbClr val="1C2D3E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College Project Tracker successfully addresses the need for a centralised, role-aware platform for managing academic projects. It combines a modern full-stack architecture with practical AI capabilities to save faculty time and improve project visibility.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103120"/>
            <a:ext cx="4160520" cy="548640"/>
          </a:xfrm>
          <a:prstGeom prst="rect">
            <a:avLst/>
          </a:prstGeom>
          <a:solidFill>
            <a:srgbClr val="16203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031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App — Deploy to Play Store / App Store via EAS Build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2103120"/>
            <a:ext cx="4160520" cy="548640"/>
          </a:xfrm>
          <a:prstGeom prst="rect">
            <a:avLst/>
          </a:prstGeom>
          <a:solidFill>
            <a:srgbClr val="16203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1031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Notifications — Email alerts for approval, project updates, deadlines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816352"/>
            <a:ext cx="4160520" cy="548640"/>
          </a:xfrm>
          <a:prstGeom prst="rect">
            <a:avLst/>
          </a:prstGeom>
          <a:solidFill>
            <a:srgbClr val="16203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1635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Plagiarism Detection — AI-based similarity check across project repos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0600" y="2816352"/>
            <a:ext cx="4160520" cy="548640"/>
          </a:xfrm>
          <a:prstGeom prst="rect">
            <a:avLst/>
          </a:prstGeom>
          <a:solidFill>
            <a:srgbClr val="16203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81635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Analytics Dashboard — Project completion stats, batch comparison charts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529584"/>
            <a:ext cx="4160520" cy="548640"/>
          </a:xfrm>
          <a:prstGeom prst="rect">
            <a:avLst/>
          </a:prstGeom>
          <a:solidFill>
            <a:srgbClr val="16203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52958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Public Portfolio — Shareable student project pages with QR codes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3529584"/>
            <a:ext cx="4160520" cy="548640"/>
          </a:xfrm>
          <a:prstGeom prst="rect">
            <a:avLst/>
          </a:prstGeom>
          <a:solidFill>
            <a:srgbClr val="162030"/>
          </a:solidFill>
          <a:ln w="12700">
            <a:solidFill>
              <a:srgbClr val="2436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52958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Rubric-based Grading — Structured evaluation forms per project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  —  Open for Questions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Project Tracker</dc:title>
  <dc:subject>PptxGenJS Presentation</dc:subject>
  <dc:creator>PptxGenJS</dc:creator>
  <cp:lastModifiedBy>PptxGenJS</cp:lastModifiedBy>
  <cp:revision>1</cp:revision>
  <dcterms:created xsi:type="dcterms:W3CDTF">2026-04-29T07:16:23Z</dcterms:created>
  <dcterms:modified xsi:type="dcterms:W3CDTF">2026-04-29T07:16:23Z</dcterms:modified>
</cp:coreProperties>
</file>